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96468-815D-E2B1-356E-1DB1EE7B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0AACF-7656-9DC2-7FDE-373A5EED1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68D42-66CE-AA9F-4194-8F00B8DED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E1E7-B087-751B-4184-09212B63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F96A8-A17D-77B2-CC7F-B345CBE3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78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D554-FA8F-A15A-DBFC-3D4E8EBA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AB0C8-721B-FC42-F52E-F32F41819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8B49-3E60-3BA0-DFC5-56698143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FF865-F612-4923-6593-2D1DF931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C4522-C85E-A81B-AF0D-5ADEDE9E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66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3CD4-4DB0-5B70-41FD-C2F7BFE4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39251-F3C4-FE24-509D-45E8BE285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78857-A6AE-5DF7-8FB6-E021DF5A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DF27D-19A0-BDFC-D9B3-C4B4E31D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987C6-E63A-F461-08C3-5A71948F5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338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672B-5CC8-E1B6-5106-9C052D72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46930-E5AE-4295-FA0C-8383A6718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61195-C8B3-FA97-9DED-6ACA4E867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C3A6F-9111-EEAD-FF27-E76FE366A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43BDE-329D-8FDF-5CD2-7A921067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7CE8-8FE5-93D1-8A2F-11E32A5A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36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280B-50C3-3E87-50DC-A921A135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91278-0302-DCA4-2F64-4945B718F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C17C4-42F5-3046-B7BF-0B0532C7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76390-C308-3674-34B4-8EFFF2C42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CB009-778C-9565-A41F-9FC623C1B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3D2E9-FC48-55DB-44AE-4E6EEF60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661AC7-C3EF-38ED-59D6-96AC8AC4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F15F97-A52B-9324-54D7-EC7787A1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08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D29E-30EC-919C-2DDD-F1C97502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0F103-3856-3A6E-45F1-31CB06BB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2385B-401D-EDEF-C7E2-8939A029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1797D-3FB1-8F18-29A4-A0048262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67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436A8-0443-0A3B-7360-C2F744281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9D04B-4045-4D96-1282-89603205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16A6-BC39-8E01-7B28-2F30E6F3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86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74B6-89E1-B9AA-86C0-59E76C44A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FAED5-F3DF-1393-44C4-CFA6C612D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A0599-0506-B5F8-97B0-B41CAD3A9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14C9E-1A2F-5774-CCA2-DAE0902E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E7EA-0EB5-AE87-1CC9-B7F2E306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2FFCE-FE3E-8649-DE2A-22E325BE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500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18BE-3D48-2DA4-95FA-9414049A3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4CDDDD-0D28-8384-8744-E1F562FA9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2DDE8-6E6C-BAF8-0796-841A85A14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F69D0-B7A0-EE61-A798-E6D8EDEE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890BC-80DE-735C-489F-00197A458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99300-60E6-0810-6173-3040AA0A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4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D419-25FB-DBC9-D983-66668075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022A2F-4B23-5A44-E8D5-AE0C504D5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E4F8F-7A8A-C770-3DD8-CDE2564B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7D99D-19A9-2375-016D-7B374ED3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AF39E-54D6-BA01-13A7-59163730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97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5C5C2-FCFD-0942-700E-924E53C1C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6B181-7792-75FE-3377-7F0EF4DFE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4D328-FA12-F93D-11BB-463B2485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99F14-D646-BF7C-4855-A637358F2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C9F15-E3E7-9941-7BD2-57A6A3671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439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44292-A0FD-F52C-5776-D5F5EDB4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F4933-87D3-9807-B722-339238A9C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CC215-4DBE-A8DE-9BC1-BD9ADCC59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9A85B-2475-40C2-9F10-DB80F3DC8B5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27F18-189F-19D7-0DED-FBC069A6C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C8BF1-AC73-B64B-94FA-F557EE3D7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8A94B-1E95-4627-BAF2-3849D4FBA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53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FDD773-5095-D964-C7FE-056BEA8AB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3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22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8B81-071F-C45D-C426-3E707832B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40E0DB-93C1-6873-7975-F36C81AD4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4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7D60-6DA0-FA91-6970-E8B10A48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1D3D0-E478-7EBD-90FA-871A8F3FC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5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D3EB-1323-AC40-C0F2-66A7F951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 during the Hackathon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8A068-BF9A-DBEF-9C65-A7EAB7A59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85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F6A0-2763-B840-3D74-2E8495BE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Towards The Challenge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29705-4BFB-11A3-B3A6-9DCB2E264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10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BC89-518B-EB52-1B70-718BC62F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Uniqueness in </a:t>
            </a:r>
            <a:r>
              <a:rPr lang="en-US"/>
              <a:t>the Application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86964F-A454-A311-DC94-E8654D55C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" y="0"/>
            <a:ext cx="12185793" cy="6858000"/>
          </a:xfrm>
        </p:spPr>
      </p:pic>
    </p:spTree>
    <p:extLst>
      <p:ext uri="{BB962C8B-B14F-4D97-AF65-F5344CB8AC3E}">
        <p14:creationId xmlns:p14="http://schemas.microsoft.com/office/powerpoint/2010/main" val="3197089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Problem Statement</vt:lpstr>
      <vt:lpstr>Technologies Used</vt:lpstr>
      <vt:lpstr>Challenges Faced during the Hackathon </vt:lpstr>
      <vt:lpstr>Solution Towards The Challenge</vt:lpstr>
      <vt:lpstr>Your Uniqueness in the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meena b</dc:creator>
  <cp:lastModifiedBy>prasanna surisetti</cp:lastModifiedBy>
  <cp:revision>3</cp:revision>
  <dcterms:created xsi:type="dcterms:W3CDTF">2026-01-06T03:37:59Z</dcterms:created>
  <dcterms:modified xsi:type="dcterms:W3CDTF">2026-01-06T04:24:34Z</dcterms:modified>
</cp:coreProperties>
</file>